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3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49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3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1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42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11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26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59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64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09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124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023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062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956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331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994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41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34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C4B85CD-F04B-4F9B-9886-724D2A41584B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309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image" Target="../media/image2.jpg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254000" y="279400"/>
            <a:ext cx="11675533" cy="6341533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8007B-0909-4E51-B563-BB6E7F05636A}"/>
              </a:ext>
            </a:extLst>
          </p:cNvPr>
          <p:cNvSpPr txBox="1"/>
          <p:nvPr/>
        </p:nvSpPr>
        <p:spPr>
          <a:xfrm>
            <a:off x="302520" y="183067"/>
            <a:ext cx="7425588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9900" b="1" dirty="0" err="1">
                <a:ln w="22225">
                  <a:solidFill>
                    <a:schemeClr val="bg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Tactical</a:t>
            </a:r>
            <a:r>
              <a:rPr lang="fr-FR" sz="19900" b="1" dirty="0">
                <a:ln w="22225">
                  <a:solidFill>
                    <a:schemeClr val="bg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 </a:t>
            </a:r>
          </a:p>
          <a:p>
            <a:pPr algn="ctr"/>
            <a:r>
              <a:rPr lang="fr-FR" sz="19900" b="1" dirty="0" err="1">
                <a:ln w="22225">
                  <a:solidFill>
                    <a:schemeClr val="bg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Sandbox</a:t>
            </a:r>
            <a:endParaRPr lang="fr-FR" sz="19900" b="1" dirty="0">
              <a:ln w="22225">
                <a:solidFill>
                  <a:schemeClr val="bg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8394" y="735663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78392" y="433875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78393" y="2519631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78393" y="3450233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06462" y="4955706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27251" y="2235723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78392" y="5251151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14743" y="405878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30019" y="3132642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78393" y="1627647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227253" y="1338804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901145-1DA2-41B0-9177-3DD51BB8069D}"/>
              </a:ext>
            </a:extLst>
          </p:cNvPr>
          <p:cNvSpPr/>
          <p:nvPr/>
        </p:nvSpPr>
        <p:spPr>
          <a:xfrm rot="5400000">
            <a:off x="5362373" y="2644170"/>
            <a:ext cx="579357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9600" dirty="0" err="1">
                <a:ln w="28575">
                  <a:solidFill>
                    <a:schemeClr val="bg2"/>
                  </a:solidFill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Bahnschrift SemiBold Condensed" panose="020B0502040204020203" pitchFamily="34" charset="0"/>
              </a:rPr>
              <a:t>Molos</a:t>
            </a:r>
            <a:r>
              <a:rPr lang="fr-FR" sz="9600" dirty="0">
                <a:ln w="28575">
                  <a:solidFill>
                    <a:schemeClr val="bg2"/>
                  </a:solidFill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Bahnschrift SemiBold Condensed" panose="020B0502040204020203" pitchFamily="34" charset="0"/>
              </a:rPr>
              <a:t> Version</a:t>
            </a:r>
          </a:p>
        </p:txBody>
      </p:sp>
    </p:spTree>
    <p:extLst>
      <p:ext uri="{BB962C8B-B14F-4D97-AF65-F5344CB8AC3E}">
        <p14:creationId xmlns:p14="http://schemas.microsoft.com/office/powerpoint/2010/main" val="2637328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447253" y="1091008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TACTICAL SANDBOX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Manage your operations from A to Z from the HQ. Solo or Coop (1-10 players). The game loop: EQUIPMENT: Choose weapons, vehicles (ground/air) and recruit your AI allies.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SETTINGS: Adjust time and weather according to your strategy.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OBJECTIVE: Activate dynamic and stackable missions (assassination, destruction...).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ACTION: Deploy, fight and return to HQ. COMPATIBILITY with essential mods: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...&lt;/English&gt;</a:t>
            </a:r>
            <a:endParaRPr lang="fr-FR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9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447253" y="1074509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TACTICAL SANDBOX</a:t>
            </a:r>
          </a:p>
          <a:p>
            <a:r>
              <a:rPr lang="fr-FR" sz="2000" dirty="0" err="1">
                <a:latin typeface="Consolas" panose="020B0609020204030204" pitchFamily="49" charset="0"/>
              </a:rPr>
              <a:t>Operasyonlarınızı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A’dan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Z’ye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Karargah’tan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yönetin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  <a:r>
              <a:rPr lang="fr-FR" sz="2000" dirty="0" err="1">
                <a:latin typeface="Consolas" panose="020B0609020204030204" pitchFamily="49" charset="0"/>
              </a:rPr>
              <a:t>Tekli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veya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İşbirliği</a:t>
            </a:r>
            <a:r>
              <a:rPr lang="fr-FR" sz="2000" dirty="0">
                <a:latin typeface="Consolas" panose="020B0609020204030204" pitchFamily="49" charset="0"/>
              </a:rPr>
              <a:t> (1-10 </a:t>
            </a:r>
            <a:r>
              <a:rPr lang="fr-FR" sz="2000" dirty="0" err="1">
                <a:latin typeface="Consolas" panose="020B0609020204030204" pitchFamily="49" charset="0"/>
              </a:rPr>
              <a:t>oyuncu</a:t>
            </a:r>
            <a:r>
              <a:rPr lang="fr-FR" sz="2000" dirty="0">
                <a:latin typeface="Consolas" panose="020B0609020204030204" pitchFamily="49" charset="0"/>
              </a:rPr>
              <a:t>). </a:t>
            </a:r>
            <a:r>
              <a:rPr lang="fr-FR" sz="2000" dirty="0" err="1">
                <a:latin typeface="Consolas" panose="020B0609020204030204" pitchFamily="49" charset="0"/>
              </a:rPr>
              <a:t>Oyun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döngüsü</a:t>
            </a:r>
            <a:r>
              <a:rPr lang="fr-FR" sz="2000" dirty="0">
                <a:latin typeface="Consolas" panose="020B0609020204030204" pitchFamily="49" charset="0"/>
              </a:rPr>
              <a:t>: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EKİPMAN: </a:t>
            </a:r>
            <a:r>
              <a:rPr lang="fr-FR" sz="2000" dirty="0" err="1">
                <a:latin typeface="Consolas" panose="020B0609020204030204" pitchFamily="49" charset="0"/>
              </a:rPr>
              <a:t>Silahları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araçları</a:t>
            </a:r>
            <a:r>
              <a:rPr lang="fr-FR" sz="2000" dirty="0">
                <a:latin typeface="Consolas" panose="020B0609020204030204" pitchFamily="49" charset="0"/>
              </a:rPr>
              <a:t> (</a:t>
            </a:r>
            <a:r>
              <a:rPr lang="fr-FR" sz="2000" dirty="0" err="1">
                <a:latin typeface="Consolas" panose="020B0609020204030204" pitchFamily="49" charset="0"/>
              </a:rPr>
              <a:t>kara</a:t>
            </a:r>
            <a:r>
              <a:rPr lang="fr-FR" sz="2000" dirty="0">
                <a:latin typeface="Consolas" panose="020B0609020204030204" pitchFamily="49" charset="0"/>
              </a:rPr>
              <a:t>/hava) </a:t>
            </a:r>
            <a:r>
              <a:rPr lang="fr-FR" sz="2000" dirty="0" err="1">
                <a:latin typeface="Consolas" panose="020B0609020204030204" pitchFamily="49" charset="0"/>
              </a:rPr>
              <a:t>seçin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yapay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zeka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müttefiklerinizi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toplayın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AYARLAR: </a:t>
            </a:r>
            <a:r>
              <a:rPr lang="fr-FR" sz="2000" dirty="0" err="1">
                <a:latin typeface="Consolas" panose="020B0609020204030204" pitchFamily="49" charset="0"/>
              </a:rPr>
              <a:t>Stratejinize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göre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zamanı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</a:t>
            </a:r>
            <a:r>
              <a:rPr lang="fr-FR" sz="2000" dirty="0">
                <a:latin typeface="Consolas" panose="020B0609020204030204" pitchFamily="49" charset="0"/>
              </a:rPr>
              <a:t> hava </a:t>
            </a:r>
            <a:r>
              <a:rPr lang="fr-FR" sz="2000" dirty="0" err="1">
                <a:latin typeface="Consolas" panose="020B0609020204030204" pitchFamily="49" charset="0"/>
              </a:rPr>
              <a:t>durumunu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ayarlayın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HEDEF: </a:t>
            </a:r>
            <a:r>
              <a:rPr lang="fr-FR" sz="2000" dirty="0" err="1">
                <a:latin typeface="Consolas" panose="020B0609020204030204" pitchFamily="49" charset="0"/>
              </a:rPr>
              <a:t>Dinamik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birleştirilebilir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görevleri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etkinleştirin</a:t>
            </a:r>
            <a:r>
              <a:rPr lang="fr-FR" sz="2000" dirty="0">
                <a:latin typeface="Consolas" panose="020B0609020204030204" pitchFamily="49" charset="0"/>
              </a:rPr>
              <a:t> (</a:t>
            </a:r>
            <a:r>
              <a:rPr lang="fr-FR" sz="2000" dirty="0" err="1">
                <a:latin typeface="Consolas" panose="020B0609020204030204" pitchFamily="49" charset="0"/>
              </a:rPr>
              <a:t>suikast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imha</a:t>
            </a:r>
            <a:r>
              <a:rPr lang="fr-FR" sz="2000" dirty="0">
                <a:latin typeface="Consolas" panose="020B0609020204030204" pitchFamily="49" charset="0"/>
              </a:rPr>
              <a:t>...).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EYLEM: </a:t>
            </a:r>
            <a:r>
              <a:rPr lang="fr-FR" sz="2000" dirty="0" err="1">
                <a:latin typeface="Consolas" panose="020B0609020204030204" pitchFamily="49" charset="0"/>
              </a:rPr>
              <a:t>Konuşlanın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savaşın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Karargah’a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dönün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  <a:r>
              <a:rPr lang="fr-FR" sz="2000" dirty="0" err="1">
                <a:latin typeface="Consolas" panose="020B0609020204030204" pitchFamily="49" charset="0"/>
              </a:rPr>
              <a:t>Temel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modlarla</a:t>
            </a:r>
            <a:r>
              <a:rPr lang="fr-FR" sz="2000" dirty="0">
                <a:latin typeface="Consolas" panose="020B0609020204030204" pitchFamily="49" charset="0"/>
              </a:rPr>
              <a:t> UYUMLULUK: RHS, CUP, TMT, R3F, </a:t>
            </a:r>
            <a:r>
              <a:rPr lang="fr-FR" sz="2000" dirty="0" err="1">
                <a:latin typeface="Consolas" panose="020B0609020204030204" pitchFamily="49" charset="0"/>
              </a:rPr>
              <a:t>BWMod</a:t>
            </a:r>
            <a:r>
              <a:rPr lang="fr-FR" sz="2000" dirty="0">
                <a:latin typeface="Consolas" panose="020B0609020204030204" pitchFamily="49" charset="0"/>
              </a:rPr>
              <a:t>, FFAA, VME PLA, </a:t>
            </a:r>
            <a:r>
              <a:rPr lang="fr-FR" sz="2000" dirty="0" err="1">
                <a:latin typeface="Consolas" panose="020B0609020204030204" pitchFamily="49" charset="0"/>
              </a:rPr>
              <a:t>NIArms</a:t>
            </a:r>
            <a:r>
              <a:rPr lang="fr-FR" sz="2000" dirty="0">
                <a:latin typeface="Consolas" panose="020B0609020204030204" pitchFamily="49" charset="0"/>
              </a:rPr>
              <a:t>...</a:t>
            </a:r>
            <a:endParaRPr lang="fr-FR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78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447253" y="937120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TACTICAL SANDBOX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Gérez vos opérations de A à Z depuis le QG. Solo ou Coop (1-10 joueurs). La boucle de jeu :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EQUIPEMENENT : Choisissez armes, véhicules (sol/air) et recrutez vos alliés IA.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PARAMETRES : Réglez </a:t>
            </a:r>
            <a:r>
              <a:rPr lang="fr-FR" sz="2000" dirty="0" err="1">
                <a:latin typeface="Consolas" panose="020B0609020204030204" pitchFamily="49" charset="0"/>
              </a:rPr>
              <a:t>l&amp;apos;heure</a:t>
            </a:r>
            <a:r>
              <a:rPr lang="fr-FR" sz="2000" dirty="0">
                <a:latin typeface="Consolas" panose="020B0609020204030204" pitchFamily="49" charset="0"/>
              </a:rPr>
              <a:t> et la météo selon votre stratégie.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OBJECTIF : Activez des missions dynamiques et cumulables (assassinat, destruction...).  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ACTION : Déployez-vous, combattez et revenez au QG. COMPATIBILITE avec les mods incontournables : RHS, CUP, TMT, R3F, </a:t>
            </a:r>
            <a:r>
              <a:rPr lang="fr-FR" sz="2000" dirty="0" err="1">
                <a:latin typeface="Consolas" panose="020B0609020204030204" pitchFamily="49" charset="0"/>
              </a:rPr>
              <a:t>BWMod</a:t>
            </a:r>
            <a:r>
              <a:rPr lang="fr-FR" sz="2000" dirty="0">
                <a:latin typeface="Consolas" panose="020B0609020204030204" pitchFamily="49" charset="0"/>
              </a:rPr>
              <a:t>, FFAA, VME PLA, </a:t>
            </a:r>
            <a:r>
              <a:rPr lang="fr-FR" sz="2000" dirty="0" err="1">
                <a:latin typeface="Consolas" panose="020B0609020204030204" pitchFamily="49" charset="0"/>
              </a:rPr>
              <a:t>NIArms</a:t>
            </a:r>
            <a:r>
              <a:rPr lang="fr-FR" sz="2000" dirty="0"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31130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sz="2000" dirty="0">
                <a:latin typeface="Consolas" panose="020B0609020204030204" pitchFamily="49" charset="0"/>
              </a:rPr>
              <a:t>TACTICAL SANDBOX: </a:t>
            </a:r>
          </a:p>
          <a:p>
            <a:r>
              <a:rPr lang="de-DE" sz="2000" dirty="0">
                <a:latin typeface="Consolas" panose="020B0609020204030204" pitchFamily="49" charset="0"/>
              </a:rPr>
              <a:t>Verwalten Sie Ihre Operationen von A bis Z vom HQ aus. Einzelspieler oder Koop (1-10 Spieler). Der Spielablauf: </a:t>
            </a:r>
          </a:p>
          <a:p>
            <a:r>
              <a:rPr lang="de-DE" sz="2000" dirty="0">
                <a:latin typeface="Consolas" panose="020B0609020204030204" pitchFamily="49" charset="0"/>
              </a:rPr>
              <a:t>AUSRÜSTUNG: Wählen Sie Waffen, Fahrzeuge (Boden/Luft) und rekrutieren Sie Ihre KI-Verbündeten.</a:t>
            </a:r>
          </a:p>
          <a:p>
            <a:r>
              <a:rPr lang="de-DE" sz="2000" dirty="0">
                <a:latin typeface="Consolas" panose="020B0609020204030204" pitchFamily="49" charset="0"/>
              </a:rPr>
              <a:t>EINSTELLUNGEN: Stellen Sie Zeit und Wetter entsprechend Ihrer Strategie ein. </a:t>
            </a:r>
          </a:p>
          <a:p>
            <a:r>
              <a:rPr lang="de-DE" sz="2000" dirty="0">
                <a:latin typeface="Consolas" panose="020B0609020204030204" pitchFamily="49" charset="0"/>
              </a:rPr>
              <a:t>ZIEL: Aktivieren Sie dynamische und stapelbare Missionen (Attentat, Zerstörung...).</a:t>
            </a:r>
          </a:p>
          <a:p>
            <a:r>
              <a:rPr lang="de-DE" sz="2000" dirty="0">
                <a:latin typeface="Consolas" panose="020B0609020204030204" pitchFamily="49" charset="0"/>
              </a:rPr>
              <a:t> AKTION: Einsatz, Kampf und Rückkehr zum HQ. KOMPATIBILITÄT mit unverzichtbaren Mods: RHS, CUP, TMT, R3F, BWMod, FFAA, VME PLA, NIArms...&lt;/German&gt;</a:t>
            </a:r>
          </a:p>
        </p:txBody>
      </p:sp>
    </p:spTree>
    <p:extLst>
      <p:ext uri="{BB962C8B-B14F-4D97-AF65-F5344CB8AC3E}">
        <p14:creationId xmlns:p14="http://schemas.microsoft.com/office/powerpoint/2010/main" val="935543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/>
              <a:t>SANDBOX TÁCTICO</a:t>
            </a:r>
          </a:p>
          <a:p>
            <a:r>
              <a:rPr lang="es-ES" dirty="0"/>
              <a:t>Gestiona tus operaciones de la A </a:t>
            </a:r>
            <a:r>
              <a:rPr lang="es-ES" dirty="0" err="1"/>
              <a:t>a</a:t>
            </a:r>
            <a:r>
              <a:rPr lang="es-ES" dirty="0"/>
              <a:t> la Z desde el Cuartel General. Solo o Cooperativo (1-10 jugadores). El ciclo de juego: </a:t>
            </a:r>
          </a:p>
          <a:p>
            <a:r>
              <a:rPr lang="es-ES" dirty="0"/>
              <a:t>EQUIPAMIENTO: Elige armas, vehículos (tierra/aire) y recluta a tus aliados de la IA. </a:t>
            </a:r>
          </a:p>
          <a:p>
            <a:r>
              <a:rPr lang="es-ES" dirty="0"/>
              <a:t>AJUSTES: Configura la hora y el clima según tu estrategia. </a:t>
            </a:r>
          </a:p>
          <a:p>
            <a:r>
              <a:rPr lang="es-ES" dirty="0"/>
              <a:t>OBJETIVO: Activa misiones dinámicas y acumulables (asesinato, destrucción...). </a:t>
            </a:r>
          </a:p>
          <a:p>
            <a:r>
              <a:rPr lang="es-ES" dirty="0"/>
              <a:t>ACCIÓN: Despliégate, combate y regresa al Cuartel General. COMPATIBILIDAD con mods imprescindibles: RHS, CUP, TMT, R3F, </a:t>
            </a:r>
            <a:r>
              <a:rPr lang="es-ES" dirty="0" err="1"/>
              <a:t>BWMod</a:t>
            </a:r>
            <a:r>
              <a:rPr lang="es-ES" dirty="0"/>
              <a:t>, FFAA, VME PLA, </a:t>
            </a:r>
            <a:r>
              <a:rPr lang="es-ES" dirty="0" err="1"/>
              <a:t>NIArms</a:t>
            </a:r>
            <a:r>
              <a:rPr lang="es-ES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8498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1091008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sz="2000" dirty="0">
                <a:latin typeface="Consolas" panose="020B0609020204030204" pitchFamily="49" charset="0"/>
              </a:rPr>
              <a:t>SANDBOX TATTICO</a:t>
            </a:r>
          </a:p>
          <a:p>
            <a:r>
              <a:rPr lang="it-IT" sz="2000" dirty="0">
                <a:latin typeface="Consolas" panose="020B0609020204030204" pitchFamily="49" charset="0"/>
              </a:rPr>
              <a:t>Gestisci le tue operazioni dalla A alla Z dal QG. Singolo o Coop (1-10 giocatori). Il ciclo di gioco: </a:t>
            </a:r>
          </a:p>
          <a:p>
            <a:r>
              <a:rPr lang="it-IT" sz="2000" dirty="0">
                <a:latin typeface="Consolas" panose="020B0609020204030204" pitchFamily="49" charset="0"/>
              </a:rPr>
              <a:t>EQUIPAGGIAMENTO: Scegli armi, veicoli (terra/aria) e recluta i tuoi alleati IA. </a:t>
            </a:r>
          </a:p>
          <a:p>
            <a:r>
              <a:rPr lang="it-IT" sz="2000" dirty="0">
                <a:latin typeface="Consolas" panose="020B0609020204030204" pitchFamily="49" charset="0"/>
              </a:rPr>
              <a:t>IMPOSTAZIONI: Regola l&amp;apos;ora e il meteo secondo la tua strategia. </a:t>
            </a:r>
          </a:p>
          <a:p>
            <a:r>
              <a:rPr lang="it-IT" sz="2000" dirty="0">
                <a:latin typeface="Consolas" panose="020B0609020204030204" pitchFamily="49" charset="0"/>
              </a:rPr>
              <a:t>OBIETTIVO: Attiva missioni dinamiche e cumulabili (assassinio, distruzione...). </a:t>
            </a:r>
          </a:p>
          <a:p>
            <a:r>
              <a:rPr lang="it-IT" sz="2000" dirty="0">
                <a:latin typeface="Consolas" panose="020B0609020204030204" pitchFamily="49" charset="0"/>
              </a:rPr>
              <a:t>AZIONE: Schieramento, combattimento e ritorno al QG. COMPATIBILITÀ con mod essenziali: RHS, CUP, TMT, R3F, BWMod, FFAA, VME PLA, NIArms...&lt;/Italian&gt;</a:t>
            </a:r>
          </a:p>
        </p:txBody>
      </p:sp>
    </p:spTree>
    <p:extLst>
      <p:ext uri="{BB962C8B-B14F-4D97-AF65-F5344CB8AC3E}">
        <p14:creationId xmlns:p14="http://schemas.microsoft.com/office/powerpoint/2010/main" val="172853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            &lt;Russian&gt;ТАКТИЧЕСКАЯ ПЕСОЧНИЦА: Управляйте своими операциями от А до Я из штаба. Одиночная или кооперативная игра (1-10 игроков). Игровой цикл: СНАРЯЖЕНИЕ: Выбирайте оружие, технику (наземную/воздушную) и нанимайте союзников ИИ. НАСТРОЙКИ: Настраивайте время и погоду в соответствии с вашей стратегией. ЦЕЛЬ: Активируйте динамические и суммируемые миссии (убийство, уничтожение...). ДЕЙСТВИЕ: Развертывание, бой и возвращение в штаб. СОВМЕСТИМОСТЬ с основными модами: RHS, CUP, TMT, R3F, BWMod, FFAA, VME PLA, NIArms...&lt;/Russian&gt;</a:t>
            </a:r>
          </a:p>
        </p:txBody>
      </p:sp>
    </p:spTree>
    <p:extLst>
      <p:ext uri="{BB962C8B-B14F-4D97-AF65-F5344CB8AC3E}">
        <p14:creationId xmlns:p14="http://schemas.microsoft.com/office/powerpoint/2010/main" val="2977158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/>
              <a:t> SANDBOX </a:t>
            </a:r>
            <a:r>
              <a:rPr lang="es-ES" dirty="0"/>
              <a:t>TÁCTICO: Gestiona tus operaciones de la A </a:t>
            </a:r>
            <a:r>
              <a:rPr lang="es-ES" dirty="0" err="1"/>
              <a:t>a</a:t>
            </a:r>
            <a:r>
              <a:rPr lang="es-ES" dirty="0"/>
              <a:t> la Z desde el Cuartel General. Solo o Cooperativo (1-10 jugadores). El ciclo de juego: EQUIPAMIENTO: Elige armas, vehículos (tierra/aire) y recluta a tus aliados de la IA. AJUSTES: Configura la hora y el clima según tu estrategia. OBJETIVO: Activa misiones dinámicas y acumulables (asesinato, destrucción...). ACCIÓN: Despliégate, combate y regresa al Cuartel General. COMPATIBILIDAD con mods imprescindibles: RHS, CUP, TMT, R3F, </a:t>
            </a:r>
            <a:r>
              <a:rPr lang="es-ES" dirty="0" err="1"/>
              <a:t>BWMod</a:t>
            </a:r>
            <a:r>
              <a:rPr lang="es-ES" dirty="0"/>
              <a:t>, FFAA, VME PLA, </a:t>
            </a:r>
            <a:r>
              <a:rPr lang="es-ES" dirty="0" err="1"/>
              <a:t>NIArms</a:t>
            </a:r>
            <a:r>
              <a:rPr lang="es-ES" dirty="0"/>
              <a:t>...&lt;/</a:t>
            </a:r>
            <a:r>
              <a:rPr lang="es-ES" dirty="0" err="1"/>
              <a:t>Spanish</a:t>
            </a:r>
            <a:r>
              <a:rPr lang="es-E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9761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dirty="0"/>
              <a:t>TAKTYCZNA PIASKOWNICA: Zarządzaj operacjami od A do Z z Kwatery Głównej. Solo lub Kooperacja (1-10 graczy). Pętla gry: WYPOSAŻENIE: Wybierz broń, pojazdy (lądowe/powietrzne) i rekrutuj sojuszników AI. USTAWIENIA: Dostosuj czas i pogodę do swojej strategii. CEL: Aktywuj dynamiczne i możliwe do łączenia misje (zabójstwo, zniszczenie...). AKCJA: Rozmieszczenie, walka i powrót do KG. KOMPATYBILNOŚĆ z niezbędnymi modami: RHS, CUP, TMT, R3F, BWMod, FFAA, VME PLA, NIArms...&lt;/Polish&gt;</a:t>
            </a:r>
          </a:p>
        </p:txBody>
      </p:sp>
    </p:spTree>
    <p:extLst>
      <p:ext uri="{BB962C8B-B14F-4D97-AF65-F5344CB8AC3E}">
        <p14:creationId xmlns:p14="http://schemas.microsoft.com/office/powerpoint/2010/main" val="3222598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306571" y="1176825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dirty="0">
                <a:latin typeface="Consolas" panose="020B0609020204030204" pitchFamily="49" charset="0"/>
              </a:rPr>
              <a:t>TAKTICKÝ SANDBOX </a:t>
            </a:r>
          </a:p>
          <a:p>
            <a:r>
              <a:rPr lang="fr-FR" sz="2000" dirty="0" err="1">
                <a:latin typeface="Consolas" panose="020B0609020204030204" pitchFamily="49" charset="0"/>
              </a:rPr>
              <a:t>Spravujte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své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operace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od</a:t>
            </a:r>
            <a:r>
              <a:rPr lang="fr-FR" sz="2000" dirty="0">
                <a:latin typeface="Consolas" panose="020B0609020204030204" pitchFamily="49" charset="0"/>
              </a:rPr>
              <a:t> A do Z </a:t>
            </a:r>
            <a:r>
              <a:rPr lang="fr-FR" sz="2000" dirty="0" err="1">
                <a:latin typeface="Consolas" panose="020B0609020204030204" pitchFamily="49" charset="0"/>
              </a:rPr>
              <a:t>z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velitelství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  <a:r>
              <a:rPr lang="fr-FR" sz="2000" dirty="0" err="1">
                <a:latin typeface="Consolas" panose="020B0609020204030204" pitchFamily="49" charset="0"/>
              </a:rPr>
              <a:t>Sólo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nebo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Kooperace</a:t>
            </a:r>
            <a:r>
              <a:rPr lang="fr-FR" sz="2000" dirty="0">
                <a:latin typeface="Consolas" panose="020B0609020204030204" pitchFamily="49" charset="0"/>
              </a:rPr>
              <a:t> (1-10 </a:t>
            </a:r>
            <a:r>
              <a:rPr lang="fr-FR" sz="2000" dirty="0" err="1">
                <a:latin typeface="Consolas" panose="020B0609020204030204" pitchFamily="49" charset="0"/>
              </a:rPr>
              <a:t>hráčů</a:t>
            </a:r>
            <a:r>
              <a:rPr lang="fr-FR" sz="2000" dirty="0">
                <a:latin typeface="Consolas" panose="020B0609020204030204" pitchFamily="49" charset="0"/>
              </a:rPr>
              <a:t>). </a:t>
            </a:r>
            <a:r>
              <a:rPr lang="fr-FR" sz="2000" dirty="0" err="1">
                <a:latin typeface="Consolas" panose="020B0609020204030204" pitchFamily="49" charset="0"/>
              </a:rPr>
              <a:t>Herní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smyčka</a:t>
            </a:r>
            <a:r>
              <a:rPr lang="fr-FR" sz="2000" dirty="0">
                <a:latin typeface="Consolas" panose="020B0609020204030204" pitchFamily="49" charset="0"/>
              </a:rPr>
              <a:t>: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VYBAVENÍ: </a:t>
            </a:r>
            <a:r>
              <a:rPr lang="fr-FR" sz="2000" dirty="0" err="1">
                <a:latin typeface="Consolas" panose="020B0609020204030204" pitchFamily="49" charset="0"/>
              </a:rPr>
              <a:t>Vyberte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zbraně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vozidla</a:t>
            </a:r>
            <a:r>
              <a:rPr lang="fr-FR" sz="2000" dirty="0">
                <a:latin typeface="Consolas" panose="020B0609020204030204" pitchFamily="49" charset="0"/>
              </a:rPr>
              <a:t> (</a:t>
            </a:r>
            <a:r>
              <a:rPr lang="fr-FR" sz="2000" dirty="0" err="1">
                <a:latin typeface="Consolas" panose="020B0609020204030204" pitchFamily="49" charset="0"/>
              </a:rPr>
              <a:t>pozemní</a:t>
            </a:r>
            <a:r>
              <a:rPr lang="fr-FR" sz="2000" dirty="0">
                <a:latin typeface="Consolas" panose="020B0609020204030204" pitchFamily="49" charset="0"/>
              </a:rPr>
              <a:t>/</a:t>
            </a:r>
            <a:r>
              <a:rPr lang="fr-FR" sz="2000" dirty="0" err="1">
                <a:latin typeface="Consolas" panose="020B0609020204030204" pitchFamily="49" charset="0"/>
              </a:rPr>
              <a:t>vzdušná</a:t>
            </a:r>
            <a:r>
              <a:rPr lang="fr-FR" sz="2000" dirty="0">
                <a:latin typeface="Consolas" panose="020B0609020204030204" pitchFamily="49" charset="0"/>
              </a:rPr>
              <a:t>) a </a:t>
            </a:r>
            <a:r>
              <a:rPr lang="fr-FR" sz="2000" dirty="0" err="1">
                <a:latin typeface="Consolas" panose="020B0609020204030204" pitchFamily="49" charset="0"/>
              </a:rPr>
              <a:t>naverbujte</a:t>
            </a:r>
            <a:r>
              <a:rPr lang="fr-FR" sz="2000" dirty="0">
                <a:latin typeface="Consolas" panose="020B0609020204030204" pitchFamily="49" charset="0"/>
              </a:rPr>
              <a:t> AI </a:t>
            </a:r>
            <a:r>
              <a:rPr lang="fr-FR" sz="2000" dirty="0" err="1">
                <a:latin typeface="Consolas" panose="020B0609020204030204" pitchFamily="49" charset="0"/>
              </a:rPr>
              <a:t>spojence</a:t>
            </a:r>
            <a:r>
              <a:rPr lang="fr-FR" sz="2000" dirty="0">
                <a:latin typeface="Consolas" panose="020B0609020204030204" pitchFamily="49" charset="0"/>
              </a:rPr>
              <a:t>. NASTAVENÍ: </a:t>
            </a:r>
            <a:r>
              <a:rPr lang="fr-FR" sz="2000" dirty="0" err="1">
                <a:latin typeface="Consolas" panose="020B0609020204030204" pitchFamily="49" charset="0"/>
              </a:rPr>
              <a:t>Upravte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čas</a:t>
            </a:r>
            <a:r>
              <a:rPr lang="fr-FR" sz="2000" dirty="0">
                <a:latin typeface="Consolas" panose="020B0609020204030204" pitchFamily="49" charset="0"/>
              </a:rPr>
              <a:t> a </a:t>
            </a:r>
            <a:r>
              <a:rPr lang="fr-FR" sz="2000" dirty="0" err="1">
                <a:latin typeface="Consolas" panose="020B0609020204030204" pitchFamily="49" charset="0"/>
              </a:rPr>
              <a:t>počasí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podle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své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strategie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CÍL: </a:t>
            </a:r>
            <a:r>
              <a:rPr lang="fr-FR" sz="2000" dirty="0" err="1">
                <a:latin typeface="Consolas" panose="020B0609020204030204" pitchFamily="49" charset="0"/>
              </a:rPr>
              <a:t>Aktivujte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dynamické</a:t>
            </a:r>
            <a:r>
              <a:rPr lang="fr-FR" sz="2000" dirty="0">
                <a:latin typeface="Consolas" panose="020B0609020204030204" pitchFamily="49" charset="0"/>
              </a:rPr>
              <a:t> a </a:t>
            </a:r>
            <a:r>
              <a:rPr lang="fr-FR" sz="2000" dirty="0" err="1">
                <a:latin typeface="Consolas" panose="020B0609020204030204" pitchFamily="49" charset="0"/>
              </a:rPr>
              <a:t>stohovatelné</a:t>
            </a:r>
            <a:r>
              <a:rPr lang="fr-FR" sz="2000" dirty="0">
                <a:latin typeface="Consolas" panose="020B0609020204030204" pitchFamily="49" charset="0"/>
              </a:rPr>
              <a:t> mise (</a:t>
            </a:r>
            <a:r>
              <a:rPr lang="fr-FR" sz="2000" dirty="0" err="1">
                <a:latin typeface="Consolas" panose="020B0609020204030204" pitchFamily="49" charset="0"/>
              </a:rPr>
              <a:t>atentát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zničení</a:t>
            </a:r>
            <a:r>
              <a:rPr lang="fr-FR" sz="2000" dirty="0">
                <a:latin typeface="Consolas" panose="020B0609020204030204" pitchFamily="49" charset="0"/>
              </a:rPr>
              <a:t>...). 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AKCE: </a:t>
            </a:r>
            <a:r>
              <a:rPr lang="fr-FR" sz="2000" dirty="0" err="1">
                <a:latin typeface="Consolas" panose="020B0609020204030204" pitchFamily="49" charset="0"/>
              </a:rPr>
              <a:t>Nasadit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bojovat</a:t>
            </a:r>
            <a:r>
              <a:rPr lang="fr-FR" sz="2000" dirty="0">
                <a:latin typeface="Consolas" panose="020B0609020204030204" pitchFamily="49" charset="0"/>
              </a:rPr>
              <a:t> a </a:t>
            </a:r>
            <a:r>
              <a:rPr lang="fr-FR" sz="2000" dirty="0" err="1">
                <a:latin typeface="Consolas" panose="020B0609020204030204" pitchFamily="49" charset="0"/>
              </a:rPr>
              <a:t>vrátit</a:t>
            </a:r>
            <a:r>
              <a:rPr lang="fr-FR" sz="2000" dirty="0">
                <a:latin typeface="Consolas" panose="020B0609020204030204" pitchFamily="49" charset="0"/>
              </a:rPr>
              <a:t> se na </a:t>
            </a:r>
            <a:r>
              <a:rPr lang="fr-FR" sz="2000" dirty="0" err="1">
                <a:latin typeface="Consolas" panose="020B0609020204030204" pitchFamily="49" charset="0"/>
              </a:rPr>
              <a:t>velitelství</a:t>
            </a:r>
            <a:r>
              <a:rPr lang="fr-FR" sz="2000" dirty="0">
                <a:latin typeface="Consolas" panose="020B0609020204030204" pitchFamily="49" charset="0"/>
              </a:rPr>
              <a:t>. KOMPATIBILITA s </a:t>
            </a:r>
            <a:r>
              <a:rPr lang="fr-FR" sz="2000" dirty="0" err="1">
                <a:latin typeface="Consolas" panose="020B0609020204030204" pitchFamily="49" charset="0"/>
              </a:rPr>
              <a:t>nezbytnými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mody</a:t>
            </a:r>
            <a:r>
              <a:rPr lang="fr-FR" sz="2000" dirty="0">
                <a:latin typeface="Consolas" panose="020B0609020204030204" pitchFamily="49" charset="0"/>
              </a:rPr>
              <a:t>: RHS, CUP, TMT, R3F, </a:t>
            </a:r>
            <a:r>
              <a:rPr lang="fr-FR" sz="2000" dirty="0" err="1">
                <a:latin typeface="Consolas" panose="020B0609020204030204" pitchFamily="49" charset="0"/>
              </a:rPr>
              <a:t>BWMod</a:t>
            </a:r>
            <a:r>
              <a:rPr lang="fr-FR" sz="2000" dirty="0">
                <a:latin typeface="Consolas" panose="020B0609020204030204" pitchFamily="49" charset="0"/>
              </a:rPr>
              <a:t>, FFAA, VME PLA, </a:t>
            </a:r>
            <a:r>
              <a:rPr lang="fr-FR" sz="2000" dirty="0" err="1">
                <a:latin typeface="Consolas" panose="020B0609020204030204" pitchFamily="49" charset="0"/>
              </a:rPr>
              <a:t>NIArms</a:t>
            </a:r>
            <a:r>
              <a:rPr lang="fr-FR" sz="2000" dirty="0"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20416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91546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fr-FR" sz="2800" dirty="0"/>
              <a:t> 戰術沙盒：從總部全權管理您的行動。單人或合作（</a:t>
            </a:r>
            <a:r>
              <a:rPr lang="fr-FR" altLang="zh-TW" sz="2800" dirty="0"/>
              <a:t>1-10 </a:t>
            </a:r>
            <a:r>
              <a:rPr lang="zh-TW" altLang="fr-FR" sz="2800" dirty="0"/>
              <a:t>名玩家）。遊戲循環：</a:t>
            </a:r>
            <a:endParaRPr lang="fr-FR" altLang="zh-TW" sz="2800" dirty="0"/>
          </a:p>
          <a:p>
            <a:r>
              <a:rPr lang="zh-TW" altLang="fr-FR" sz="2800" dirty="0"/>
              <a:t>裝備：選擇武器、載具（地面</a:t>
            </a:r>
            <a:r>
              <a:rPr lang="fr-FR" altLang="zh-TW" sz="2800" dirty="0"/>
              <a:t>/</a:t>
            </a:r>
            <a:r>
              <a:rPr lang="zh-TW" altLang="fr-FR" sz="2800" dirty="0"/>
              <a:t>空中）並招募 </a:t>
            </a:r>
            <a:r>
              <a:rPr lang="fr-FR" altLang="zh-TW" sz="2800" dirty="0"/>
              <a:t>AI </a:t>
            </a:r>
            <a:r>
              <a:rPr lang="zh-TW" altLang="fr-FR" sz="2800" dirty="0"/>
              <a:t>盟友。</a:t>
            </a:r>
            <a:endParaRPr lang="fr-FR" altLang="zh-TW" sz="2800" dirty="0"/>
          </a:p>
          <a:p>
            <a:r>
              <a:rPr lang="zh-TW" altLang="fr-FR" sz="2800" dirty="0"/>
              <a:t>設置：根據您的策略調整時間和天氣。目標：啟動動態和可疊加的任務（暗殺、破壞</a:t>
            </a:r>
            <a:r>
              <a:rPr lang="fr-FR" altLang="zh-TW" sz="2800" dirty="0"/>
              <a:t>...</a:t>
            </a:r>
            <a:r>
              <a:rPr lang="zh-TW" altLang="fr-FR" sz="2800" dirty="0"/>
              <a:t>）。</a:t>
            </a:r>
            <a:endParaRPr lang="fr-FR" altLang="zh-TW" sz="2800" dirty="0"/>
          </a:p>
          <a:p>
            <a:r>
              <a:rPr lang="zh-TW" altLang="fr-FR" sz="2800" dirty="0"/>
              <a:t>行動：部署、戰鬥並返回總部。兼容必備模組：</a:t>
            </a:r>
            <a:r>
              <a:rPr lang="fr-FR" altLang="zh-TW" sz="2800" dirty="0"/>
              <a:t>RHS, CUP, TMT, R3F, </a:t>
            </a:r>
            <a:r>
              <a:rPr lang="fr-FR" altLang="zh-TW" sz="2800" dirty="0" err="1"/>
              <a:t>BWMod</a:t>
            </a:r>
            <a:r>
              <a:rPr lang="fr-FR" altLang="zh-TW" sz="2800" dirty="0"/>
              <a:t>, FFAA, VME PLA, </a:t>
            </a:r>
            <a:r>
              <a:rPr lang="fr-FR" altLang="zh-TW" sz="2800" dirty="0" err="1"/>
              <a:t>NIArms</a:t>
            </a:r>
            <a:r>
              <a:rPr lang="fr-FR" altLang="zh-TW" sz="2800" dirty="0"/>
              <a:t>...</a:t>
            </a:r>
            <a:endParaRPr lang="zh-TW" altLang="fr-FR" sz="2800" dirty="0"/>
          </a:p>
        </p:txBody>
      </p:sp>
    </p:spTree>
    <p:extLst>
      <p:ext uri="{BB962C8B-B14F-4D97-AF65-F5344CB8AC3E}">
        <p14:creationId xmlns:p14="http://schemas.microsoft.com/office/powerpoint/2010/main" val="1728996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351033" y="875565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fr-FR" sz="2800" dirty="0"/>
              <a:t>            战术沙盒：从总部全权管理您的行动。单人或合作（</a:t>
            </a:r>
            <a:r>
              <a:rPr lang="fr-FR" altLang="zh-CN" sz="2800" dirty="0"/>
              <a:t>1-10 </a:t>
            </a:r>
            <a:r>
              <a:rPr lang="zh-CN" altLang="fr-FR" sz="2800" dirty="0"/>
              <a:t>名玩家）。游戏循环：</a:t>
            </a:r>
            <a:endParaRPr lang="fr-FR" altLang="zh-CN" sz="2800" dirty="0"/>
          </a:p>
          <a:p>
            <a:r>
              <a:rPr lang="zh-CN" altLang="fr-FR" sz="2800" dirty="0"/>
              <a:t>装备：选择武器、载具（地面</a:t>
            </a:r>
            <a:r>
              <a:rPr lang="fr-FR" altLang="zh-CN" sz="2800" dirty="0"/>
              <a:t>/</a:t>
            </a:r>
            <a:r>
              <a:rPr lang="zh-CN" altLang="fr-FR" sz="2800" dirty="0"/>
              <a:t>空中）并招募 </a:t>
            </a:r>
            <a:r>
              <a:rPr lang="fr-FR" altLang="zh-CN" sz="2800" dirty="0"/>
              <a:t>AI </a:t>
            </a:r>
            <a:r>
              <a:rPr lang="zh-CN" altLang="fr-FR" sz="2800" dirty="0"/>
              <a:t>盟友。设置：根据您的策略调整时间和天气。</a:t>
            </a:r>
            <a:endParaRPr lang="fr-FR" altLang="zh-CN" sz="2800" dirty="0"/>
          </a:p>
          <a:p>
            <a:r>
              <a:rPr lang="zh-CN" altLang="fr-FR" sz="2800" dirty="0"/>
              <a:t>目标：启动动态和可叠加的任务（暗杀、破坏</a:t>
            </a:r>
            <a:r>
              <a:rPr lang="fr-FR" altLang="zh-CN" sz="2800" dirty="0"/>
              <a:t>...</a:t>
            </a:r>
            <a:r>
              <a:rPr lang="zh-CN" altLang="fr-FR" sz="2800" dirty="0"/>
              <a:t>）。</a:t>
            </a:r>
            <a:endParaRPr lang="fr-FR" altLang="zh-CN" sz="2800" dirty="0"/>
          </a:p>
          <a:p>
            <a:r>
              <a:rPr lang="zh-CN" altLang="fr-FR" sz="2800" dirty="0"/>
              <a:t>行动：部署、战斗并返回总部。兼容必备模组：</a:t>
            </a:r>
            <a:r>
              <a:rPr lang="fr-FR" altLang="zh-CN" sz="2800" dirty="0"/>
              <a:t>RHS, CUP, TMT, R3F, </a:t>
            </a:r>
            <a:r>
              <a:rPr lang="fr-FR" altLang="zh-CN" sz="2800" dirty="0" err="1"/>
              <a:t>BWMod</a:t>
            </a:r>
            <a:r>
              <a:rPr lang="fr-FR" altLang="zh-CN" sz="2800" dirty="0"/>
              <a:t>, FFAA, VME PLA, </a:t>
            </a:r>
            <a:r>
              <a:rPr lang="fr-FR" altLang="zh-CN" sz="2800" dirty="0" err="1"/>
              <a:t>NIArms</a:t>
            </a:r>
            <a:r>
              <a:rPr lang="fr-FR" altLang="zh-CN" sz="2800" dirty="0"/>
              <a:t>...</a:t>
            </a:r>
            <a:endParaRPr lang="zh-CN" altLang="fr-FR" sz="2800" dirty="0"/>
          </a:p>
        </p:txBody>
      </p:sp>
    </p:spTree>
    <p:extLst>
      <p:ext uri="{BB962C8B-B14F-4D97-AF65-F5344CB8AC3E}">
        <p14:creationId xmlns:p14="http://schemas.microsoft.com/office/powerpoint/2010/main" val="508401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88</TotalTime>
  <Words>1303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新細明體</vt:lpstr>
      <vt:lpstr>宋体</vt:lpstr>
      <vt:lpstr>Arial</vt:lpstr>
      <vt:lpstr>Bahnschrift SemiBold Condensed</vt:lpstr>
      <vt:lpstr>Cascadia Code</vt:lpstr>
      <vt:lpstr>Century Gothic</vt:lpstr>
      <vt:lpstr>Consolas</vt:lpstr>
      <vt:lpstr>Haettenschweiler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Du Chevreuil</dc:creator>
  <cp:lastModifiedBy>Kevin Du Chevreuil</cp:lastModifiedBy>
  <cp:revision>23</cp:revision>
  <dcterms:created xsi:type="dcterms:W3CDTF">2025-12-28T21:51:04Z</dcterms:created>
  <dcterms:modified xsi:type="dcterms:W3CDTF">2025-12-28T23:44:06Z</dcterms:modified>
</cp:coreProperties>
</file>